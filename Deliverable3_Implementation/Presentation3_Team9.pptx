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5" r:id="rId8"/>
    <p:sldId id="266" r:id="rId9"/>
    <p:sldId id="267" r:id="rId10"/>
    <p:sldId id="261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8E0A0B-7D0C-4942-8934-E307A8D59495}" v="16" dt="2025-12-04T02:04:52.9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66" d="100"/>
          <a:sy n="66" d="100"/>
        </p:scale>
        <p:origin x="1330" y="31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Lewis" userId="7471603aab94a6aa" providerId="LiveId" clId="{72BFF3FA-5744-44CB-9EA2-9FB6E4B1485C}"/>
    <pc:docChg chg="undo custSel addSld delSld modSld">
      <pc:chgData name="Andre Lewis" userId="7471603aab94a6aa" providerId="LiveId" clId="{72BFF3FA-5744-44CB-9EA2-9FB6E4B1485C}" dt="2025-12-04T02:04:59.049" v="85" actId="14100"/>
      <pc:docMkLst>
        <pc:docMk/>
      </pc:docMkLst>
      <pc:sldChg chg="modSp mod">
        <pc:chgData name="Andre Lewis" userId="7471603aab94a6aa" providerId="LiveId" clId="{72BFF3FA-5744-44CB-9EA2-9FB6E4B1485C}" dt="2025-12-04T01:28:12.740" v="1" actId="20577"/>
        <pc:sldMkLst>
          <pc:docMk/>
          <pc:sldMk cId="1623711764" sldId="256"/>
        </pc:sldMkLst>
        <pc:spChg chg="mod">
          <ac:chgData name="Andre Lewis" userId="7471603aab94a6aa" providerId="LiveId" clId="{72BFF3FA-5744-44CB-9EA2-9FB6E4B1485C}" dt="2025-12-04T01:28:12.740" v="1" actId="20577"/>
          <ac:spMkLst>
            <pc:docMk/>
            <pc:sldMk cId="1623711764" sldId="256"/>
            <ac:spMk id="3" creationId="{64422313-52D9-A2E7-9624-1648783B24A0}"/>
          </ac:spMkLst>
        </pc:spChg>
      </pc:sldChg>
      <pc:sldChg chg="modSp mod">
        <pc:chgData name="Andre Lewis" userId="7471603aab94a6aa" providerId="LiveId" clId="{72BFF3FA-5744-44CB-9EA2-9FB6E4B1485C}" dt="2025-12-04T01:47:27.554" v="15" actId="12"/>
        <pc:sldMkLst>
          <pc:docMk/>
          <pc:sldMk cId="1623989790" sldId="257"/>
        </pc:sldMkLst>
        <pc:spChg chg="mod">
          <ac:chgData name="Andre Lewis" userId="7471603aab94a6aa" providerId="LiveId" clId="{72BFF3FA-5744-44CB-9EA2-9FB6E4B1485C}" dt="2025-12-04T01:29:33.691" v="13" actId="20577"/>
          <ac:spMkLst>
            <pc:docMk/>
            <pc:sldMk cId="1623989790" sldId="257"/>
            <ac:spMk id="2" creationId="{1A7C894C-0B95-9F6C-A953-5ECD6FE0DC8D}"/>
          </ac:spMkLst>
        </pc:spChg>
        <pc:spChg chg="mod">
          <ac:chgData name="Andre Lewis" userId="7471603aab94a6aa" providerId="LiveId" clId="{72BFF3FA-5744-44CB-9EA2-9FB6E4B1485C}" dt="2025-12-04T01:47:27.554" v="15" actId="12"/>
          <ac:spMkLst>
            <pc:docMk/>
            <pc:sldMk cId="1623989790" sldId="257"/>
            <ac:spMk id="3" creationId="{57D7DFF8-E846-3B81-1198-AF2AEB54D885}"/>
          </ac:spMkLst>
        </pc:spChg>
      </pc:sldChg>
      <pc:sldChg chg="modSp mod">
        <pc:chgData name="Andre Lewis" userId="7471603aab94a6aa" providerId="LiveId" clId="{72BFF3FA-5744-44CB-9EA2-9FB6E4B1485C}" dt="2025-12-04T01:48:57.121" v="18" actId="12"/>
        <pc:sldMkLst>
          <pc:docMk/>
          <pc:sldMk cId="4119101779" sldId="258"/>
        </pc:sldMkLst>
        <pc:spChg chg="mod">
          <ac:chgData name="Andre Lewis" userId="7471603aab94a6aa" providerId="LiveId" clId="{72BFF3FA-5744-44CB-9EA2-9FB6E4B1485C}" dt="2025-12-04T01:48:57.121" v="18" actId="12"/>
          <ac:spMkLst>
            <pc:docMk/>
            <pc:sldMk cId="4119101779" sldId="258"/>
            <ac:spMk id="3" creationId="{5EEEC612-02D4-C7DC-ED54-05CA99290C4D}"/>
          </ac:spMkLst>
        </pc:spChg>
      </pc:sldChg>
      <pc:sldChg chg="modSp mod">
        <pc:chgData name="Andre Lewis" userId="7471603aab94a6aa" providerId="LiveId" clId="{72BFF3FA-5744-44CB-9EA2-9FB6E4B1485C}" dt="2025-12-04T01:50:07.778" v="23" actId="12"/>
        <pc:sldMkLst>
          <pc:docMk/>
          <pc:sldMk cId="1831329333" sldId="259"/>
        </pc:sldMkLst>
        <pc:spChg chg="mod">
          <ac:chgData name="Andre Lewis" userId="7471603aab94a6aa" providerId="LiveId" clId="{72BFF3FA-5744-44CB-9EA2-9FB6E4B1485C}" dt="2025-12-04T01:50:07.778" v="23" actId="12"/>
          <ac:spMkLst>
            <pc:docMk/>
            <pc:sldMk cId="1831329333" sldId="259"/>
            <ac:spMk id="3" creationId="{39C6C31D-87EE-E401-D49A-B4A705949E92}"/>
          </ac:spMkLst>
        </pc:spChg>
      </pc:sldChg>
      <pc:sldChg chg="addSp delSp modSp mod setBg">
        <pc:chgData name="Andre Lewis" userId="7471603aab94a6aa" providerId="LiveId" clId="{72BFF3FA-5744-44CB-9EA2-9FB6E4B1485C}" dt="2025-12-04T01:53:48.361" v="48" actId="14100"/>
        <pc:sldMkLst>
          <pc:docMk/>
          <pc:sldMk cId="319769056" sldId="260"/>
        </pc:sldMkLst>
        <pc:spChg chg="mod">
          <ac:chgData name="Andre Lewis" userId="7471603aab94a6aa" providerId="LiveId" clId="{72BFF3FA-5744-44CB-9EA2-9FB6E4B1485C}" dt="2025-12-04T01:53:34.662" v="44" actId="26606"/>
          <ac:spMkLst>
            <pc:docMk/>
            <pc:sldMk cId="319769056" sldId="260"/>
            <ac:spMk id="2" creationId="{DA34D91C-9EB4-1C8B-24A5-3C94813324D2}"/>
          </ac:spMkLst>
        </pc:spChg>
        <pc:spChg chg="mod">
          <ac:chgData name="Andre Lewis" userId="7471603aab94a6aa" providerId="LiveId" clId="{72BFF3FA-5744-44CB-9EA2-9FB6E4B1485C}" dt="2025-12-04T01:53:34.662" v="44" actId="26606"/>
          <ac:spMkLst>
            <pc:docMk/>
            <pc:sldMk cId="319769056" sldId="260"/>
            <ac:spMk id="3" creationId="{90061B10-3AEE-51EA-73B5-313BF6403D81}"/>
          </ac:spMkLst>
        </pc:spChg>
        <pc:spChg chg="add">
          <ac:chgData name="Andre Lewis" userId="7471603aab94a6aa" providerId="LiveId" clId="{72BFF3FA-5744-44CB-9EA2-9FB6E4B1485C}" dt="2025-12-04T01:53:34.662" v="44" actId="26606"/>
          <ac:spMkLst>
            <pc:docMk/>
            <pc:sldMk cId="319769056" sldId="260"/>
            <ac:spMk id="11" creationId="{058A14AF-9FB5-4CC7-BA35-E8E85D3EDF0E}"/>
          </ac:spMkLst>
        </pc:spChg>
        <pc:spChg chg="add del">
          <ac:chgData name="Andre Lewis" userId="7471603aab94a6aa" providerId="LiveId" clId="{72BFF3FA-5744-44CB-9EA2-9FB6E4B1485C}" dt="2025-12-04T01:52:58.187" v="40" actId="26606"/>
          <ac:spMkLst>
            <pc:docMk/>
            <pc:sldMk cId="319769056" sldId="260"/>
            <ac:spMk id="12" creationId="{45D37F4E-DDB4-456B-97E0-9937730A039F}"/>
          </ac:spMkLst>
        </pc:spChg>
        <pc:spChg chg="add del">
          <ac:chgData name="Andre Lewis" userId="7471603aab94a6aa" providerId="LiveId" clId="{72BFF3FA-5744-44CB-9EA2-9FB6E4B1485C}" dt="2025-12-04T01:52:58.187" v="40" actId="26606"/>
          <ac:spMkLst>
            <pc:docMk/>
            <pc:sldMk cId="319769056" sldId="260"/>
            <ac:spMk id="14" creationId="{B2DD41CD-8F47-4F56-AD12-4E2FF7696987}"/>
          </ac:spMkLst>
        </pc:spChg>
        <pc:spChg chg="add">
          <ac:chgData name="Andre Lewis" userId="7471603aab94a6aa" providerId="LiveId" clId="{72BFF3FA-5744-44CB-9EA2-9FB6E4B1485C}" dt="2025-12-04T01:53:34.662" v="44" actId="26606"/>
          <ac:spMkLst>
            <pc:docMk/>
            <pc:sldMk cId="319769056" sldId="260"/>
            <ac:spMk id="16" creationId="{3A9A4357-BD1D-4622-A4FE-766E6AB8DE84}"/>
          </ac:spMkLst>
        </pc:spChg>
        <pc:spChg chg="add">
          <ac:chgData name="Andre Lewis" userId="7471603aab94a6aa" providerId="LiveId" clId="{72BFF3FA-5744-44CB-9EA2-9FB6E4B1485C}" dt="2025-12-04T01:53:34.662" v="44" actId="26606"/>
          <ac:spMkLst>
            <pc:docMk/>
            <pc:sldMk cId="319769056" sldId="260"/>
            <ac:spMk id="18" creationId="{E659831F-0D9A-4C63-9EBB-8435B85A440F}"/>
          </ac:spMkLst>
        </pc:spChg>
        <pc:spChg chg="add">
          <ac:chgData name="Andre Lewis" userId="7471603aab94a6aa" providerId="LiveId" clId="{72BFF3FA-5744-44CB-9EA2-9FB6E4B1485C}" dt="2025-12-04T01:53:34.662" v="44" actId="26606"/>
          <ac:spMkLst>
            <pc:docMk/>
            <pc:sldMk cId="319769056" sldId="260"/>
            <ac:spMk id="20" creationId="{E6995CE5-F890-4ABA-82A2-26507CE8D2A3}"/>
          </ac:spMkLst>
        </pc:spChg>
        <pc:picChg chg="add mod">
          <ac:chgData name="Andre Lewis" userId="7471603aab94a6aa" providerId="LiveId" clId="{72BFF3FA-5744-44CB-9EA2-9FB6E4B1485C}" dt="2025-12-04T01:52:16.632" v="30"/>
          <ac:picMkLst>
            <pc:docMk/>
            <pc:sldMk cId="319769056" sldId="260"/>
            <ac:picMk id="5" creationId="{447EB1E9-EC7B-1101-EF55-A378476FB37D}"/>
          </ac:picMkLst>
        </pc:picChg>
        <pc:picChg chg="add mod">
          <ac:chgData name="Andre Lewis" userId="7471603aab94a6aa" providerId="LiveId" clId="{72BFF3FA-5744-44CB-9EA2-9FB6E4B1485C}" dt="2025-12-04T01:52:58.966" v="42"/>
          <ac:picMkLst>
            <pc:docMk/>
            <pc:sldMk cId="319769056" sldId="260"/>
            <ac:picMk id="7" creationId="{727FE9A5-BC1E-A689-64C9-359F2A02B97A}"/>
          </ac:picMkLst>
        </pc:picChg>
        <pc:picChg chg="add mod">
          <ac:chgData name="Andre Lewis" userId="7471603aab94a6aa" providerId="LiveId" clId="{72BFF3FA-5744-44CB-9EA2-9FB6E4B1485C}" dt="2025-12-04T01:53:48.361" v="48" actId="14100"/>
          <ac:picMkLst>
            <pc:docMk/>
            <pc:sldMk cId="319769056" sldId="260"/>
            <ac:picMk id="9" creationId="{F58EC6A9-25D9-D77C-CD69-4D9067E2A970}"/>
          </ac:picMkLst>
        </pc:picChg>
      </pc:sldChg>
      <pc:sldChg chg="addSp delSp modSp new mod">
        <pc:chgData name="Andre Lewis" userId="7471603aab94a6aa" providerId="LiveId" clId="{72BFF3FA-5744-44CB-9EA2-9FB6E4B1485C}" dt="2025-12-04T01:57:05.450" v="69"/>
        <pc:sldMkLst>
          <pc:docMk/>
          <pc:sldMk cId="712684000" sldId="264"/>
        </pc:sldMkLst>
        <pc:spChg chg="mod">
          <ac:chgData name="Andre Lewis" userId="7471603aab94a6aa" providerId="LiveId" clId="{72BFF3FA-5744-44CB-9EA2-9FB6E4B1485C}" dt="2025-12-04T01:57:05.450" v="69"/>
          <ac:spMkLst>
            <pc:docMk/>
            <pc:sldMk cId="712684000" sldId="264"/>
            <ac:spMk id="2" creationId="{3D2BFA35-44E9-4ECD-1408-F7D26F6A6C24}"/>
          </ac:spMkLst>
        </pc:spChg>
        <pc:spChg chg="del">
          <ac:chgData name="Andre Lewis" userId="7471603aab94a6aa" providerId="LiveId" clId="{72BFF3FA-5744-44CB-9EA2-9FB6E4B1485C}" dt="2025-12-04T01:56:49.142" v="68" actId="22"/>
          <ac:spMkLst>
            <pc:docMk/>
            <pc:sldMk cId="712684000" sldId="264"/>
            <ac:spMk id="3" creationId="{82FDD6E1-793B-E48D-6669-270A86657F7E}"/>
          </ac:spMkLst>
        </pc:spChg>
        <pc:picChg chg="add mod ord">
          <ac:chgData name="Andre Lewis" userId="7471603aab94a6aa" providerId="LiveId" clId="{72BFF3FA-5744-44CB-9EA2-9FB6E4B1485C}" dt="2025-12-04T01:56:49.142" v="68" actId="22"/>
          <ac:picMkLst>
            <pc:docMk/>
            <pc:sldMk cId="712684000" sldId="264"/>
            <ac:picMk id="5" creationId="{C99ADAD4-0877-69EF-93DC-69DF672453E8}"/>
          </ac:picMkLst>
        </pc:picChg>
      </pc:sldChg>
      <pc:sldChg chg="addSp delSp modSp new del mod setBg">
        <pc:chgData name="Andre Lewis" userId="7471603aab94a6aa" providerId="LiveId" clId="{72BFF3FA-5744-44CB-9EA2-9FB6E4B1485C}" dt="2025-12-04T01:56:28.848" v="66" actId="680"/>
        <pc:sldMkLst>
          <pc:docMk/>
          <pc:sldMk cId="2208357824" sldId="264"/>
        </pc:sldMkLst>
        <pc:spChg chg="add del mod">
          <ac:chgData name="Andre Lewis" userId="7471603aab94a6aa" providerId="LiveId" clId="{72BFF3FA-5744-44CB-9EA2-9FB6E4B1485C}" dt="2025-12-04T01:56:10.547" v="63" actId="26606"/>
          <ac:spMkLst>
            <pc:docMk/>
            <pc:sldMk cId="2208357824" sldId="264"/>
            <ac:spMk id="2" creationId="{AE434AE0-4375-4103-FF47-E697BD6A5490}"/>
          </ac:spMkLst>
        </pc:spChg>
        <pc:spChg chg="mod">
          <ac:chgData name="Andre Lewis" userId="7471603aab94a6aa" providerId="LiveId" clId="{72BFF3FA-5744-44CB-9EA2-9FB6E4B1485C}" dt="2025-12-04T01:56:22.705" v="65"/>
          <ac:spMkLst>
            <pc:docMk/>
            <pc:sldMk cId="2208357824" sldId="264"/>
            <ac:spMk id="3" creationId="{3AC642FA-1CB9-1493-B932-D81217FED9DF}"/>
          </ac:spMkLst>
        </pc:spChg>
        <pc:spChg chg="add del">
          <ac:chgData name="Andre Lewis" userId="7471603aab94a6aa" providerId="LiveId" clId="{72BFF3FA-5744-44CB-9EA2-9FB6E4B1485C}" dt="2025-12-04T01:56:10.547" v="63" actId="26606"/>
          <ac:spMkLst>
            <pc:docMk/>
            <pc:sldMk cId="2208357824" sldId="264"/>
            <ac:spMk id="10" creationId="{117AB3D3-3C9C-4DED-809A-78734805B895}"/>
          </ac:spMkLst>
        </pc:spChg>
        <pc:spChg chg="add del">
          <ac:chgData name="Andre Lewis" userId="7471603aab94a6aa" providerId="LiveId" clId="{72BFF3FA-5744-44CB-9EA2-9FB6E4B1485C}" dt="2025-12-04T01:56:10.547" v="63" actId="26606"/>
          <ac:spMkLst>
            <pc:docMk/>
            <pc:sldMk cId="2208357824" sldId="264"/>
            <ac:spMk id="12" creationId="{3A9A4357-BD1D-4622-A4FE-766E6AB8DE84}"/>
          </ac:spMkLst>
        </pc:spChg>
        <pc:spChg chg="add del">
          <ac:chgData name="Andre Lewis" userId="7471603aab94a6aa" providerId="LiveId" clId="{72BFF3FA-5744-44CB-9EA2-9FB6E4B1485C}" dt="2025-12-04T01:56:10.547" v="63" actId="26606"/>
          <ac:spMkLst>
            <pc:docMk/>
            <pc:sldMk cId="2208357824" sldId="264"/>
            <ac:spMk id="14" creationId="{E659831F-0D9A-4C63-9EBB-8435B85A440F}"/>
          </ac:spMkLst>
        </pc:spChg>
        <pc:spChg chg="add del">
          <ac:chgData name="Andre Lewis" userId="7471603aab94a6aa" providerId="LiveId" clId="{72BFF3FA-5744-44CB-9EA2-9FB6E4B1485C}" dt="2025-12-04T01:56:10.547" v="63" actId="26606"/>
          <ac:spMkLst>
            <pc:docMk/>
            <pc:sldMk cId="2208357824" sldId="264"/>
            <ac:spMk id="16" creationId="{E6995CE5-F890-4ABA-82A2-26507CE8D2A3}"/>
          </ac:spMkLst>
        </pc:spChg>
        <pc:picChg chg="add del mod">
          <ac:chgData name="Andre Lewis" userId="7471603aab94a6aa" providerId="LiveId" clId="{72BFF3FA-5744-44CB-9EA2-9FB6E4B1485C}" dt="2025-12-04T01:56:14.971" v="64" actId="22"/>
          <ac:picMkLst>
            <pc:docMk/>
            <pc:sldMk cId="2208357824" sldId="264"/>
            <ac:picMk id="5" creationId="{2F925862-8C92-BDEB-1097-4A170CDEF381}"/>
          </ac:picMkLst>
        </pc:picChg>
      </pc:sldChg>
      <pc:sldChg chg="addSp delSp modSp new mod">
        <pc:chgData name="Andre Lewis" userId="7471603aab94a6aa" providerId="LiveId" clId="{72BFF3FA-5744-44CB-9EA2-9FB6E4B1485C}" dt="2025-12-04T01:57:40.457" v="72" actId="22"/>
        <pc:sldMkLst>
          <pc:docMk/>
          <pc:sldMk cId="662144144" sldId="265"/>
        </pc:sldMkLst>
        <pc:spChg chg="mod">
          <ac:chgData name="Andre Lewis" userId="7471603aab94a6aa" providerId="LiveId" clId="{72BFF3FA-5744-44CB-9EA2-9FB6E4B1485C}" dt="2025-12-04T01:57:21.040" v="71"/>
          <ac:spMkLst>
            <pc:docMk/>
            <pc:sldMk cId="662144144" sldId="265"/>
            <ac:spMk id="2" creationId="{31EA8914-ED81-E7DE-5909-DA0F5F68A294}"/>
          </ac:spMkLst>
        </pc:spChg>
        <pc:spChg chg="del">
          <ac:chgData name="Andre Lewis" userId="7471603aab94a6aa" providerId="LiveId" clId="{72BFF3FA-5744-44CB-9EA2-9FB6E4B1485C}" dt="2025-12-04T01:57:40.457" v="72" actId="22"/>
          <ac:spMkLst>
            <pc:docMk/>
            <pc:sldMk cId="662144144" sldId="265"/>
            <ac:spMk id="3" creationId="{2502AE9D-AFB7-F45C-5E6D-6B9E915E7D4C}"/>
          </ac:spMkLst>
        </pc:spChg>
        <pc:picChg chg="add mod ord">
          <ac:chgData name="Andre Lewis" userId="7471603aab94a6aa" providerId="LiveId" clId="{72BFF3FA-5744-44CB-9EA2-9FB6E4B1485C}" dt="2025-12-04T01:57:40.457" v="72" actId="22"/>
          <ac:picMkLst>
            <pc:docMk/>
            <pc:sldMk cId="662144144" sldId="265"/>
            <ac:picMk id="5" creationId="{03C9651C-6FFA-F39C-E12E-503BF7F375BF}"/>
          </ac:picMkLst>
        </pc:picChg>
      </pc:sldChg>
      <pc:sldChg chg="addSp delSp modSp new mod">
        <pc:chgData name="Andre Lewis" userId="7471603aab94a6aa" providerId="LiveId" clId="{72BFF3FA-5744-44CB-9EA2-9FB6E4B1485C}" dt="2025-12-04T02:01:53.959" v="76" actId="14100"/>
        <pc:sldMkLst>
          <pc:docMk/>
          <pc:sldMk cId="3451286793" sldId="266"/>
        </pc:sldMkLst>
        <pc:spChg chg="mod">
          <ac:chgData name="Andre Lewis" userId="7471603aab94a6aa" providerId="LiveId" clId="{72BFF3FA-5744-44CB-9EA2-9FB6E4B1485C}" dt="2025-12-04T02:01:24.610" v="74"/>
          <ac:spMkLst>
            <pc:docMk/>
            <pc:sldMk cId="3451286793" sldId="266"/>
            <ac:spMk id="2" creationId="{7C718F97-85AC-F1D6-2535-22EF177B0C7C}"/>
          </ac:spMkLst>
        </pc:spChg>
        <pc:spChg chg="del">
          <ac:chgData name="Andre Lewis" userId="7471603aab94a6aa" providerId="LiveId" clId="{72BFF3FA-5744-44CB-9EA2-9FB6E4B1485C}" dt="2025-12-04T02:01:45.136" v="75" actId="22"/>
          <ac:spMkLst>
            <pc:docMk/>
            <pc:sldMk cId="3451286793" sldId="266"/>
            <ac:spMk id="3" creationId="{9F77EE0D-2E18-2767-B24C-AA9DEFB2704B}"/>
          </ac:spMkLst>
        </pc:spChg>
        <pc:picChg chg="add mod ord">
          <ac:chgData name="Andre Lewis" userId="7471603aab94a6aa" providerId="LiveId" clId="{72BFF3FA-5744-44CB-9EA2-9FB6E4B1485C}" dt="2025-12-04T02:01:53.959" v="76" actId="14100"/>
          <ac:picMkLst>
            <pc:docMk/>
            <pc:sldMk cId="3451286793" sldId="266"/>
            <ac:picMk id="5" creationId="{6FA8D956-DD6F-ABB2-CB44-C1899C968886}"/>
          </ac:picMkLst>
        </pc:picChg>
      </pc:sldChg>
      <pc:sldChg chg="addSp delSp modSp new mod">
        <pc:chgData name="Andre Lewis" userId="7471603aab94a6aa" providerId="LiveId" clId="{72BFF3FA-5744-44CB-9EA2-9FB6E4B1485C}" dt="2025-12-04T02:04:59.049" v="85" actId="14100"/>
        <pc:sldMkLst>
          <pc:docMk/>
          <pc:sldMk cId="3503604290" sldId="267"/>
        </pc:sldMkLst>
        <pc:spChg chg="mod">
          <ac:chgData name="Andre Lewis" userId="7471603aab94a6aa" providerId="LiveId" clId="{72BFF3FA-5744-44CB-9EA2-9FB6E4B1485C}" dt="2025-12-04T02:04:53.023" v="84" actId="27636"/>
          <ac:spMkLst>
            <pc:docMk/>
            <pc:sldMk cId="3503604290" sldId="267"/>
            <ac:spMk id="2" creationId="{CE036AAD-FAD9-EAFE-929D-8B0044316A2C}"/>
          </ac:spMkLst>
        </pc:spChg>
        <pc:spChg chg="del">
          <ac:chgData name="Andre Lewis" userId="7471603aab94a6aa" providerId="LiveId" clId="{72BFF3FA-5744-44CB-9EA2-9FB6E4B1485C}" dt="2025-12-04T02:04:21.471" v="78" actId="22"/>
          <ac:spMkLst>
            <pc:docMk/>
            <pc:sldMk cId="3503604290" sldId="267"/>
            <ac:spMk id="3" creationId="{29E8D4C1-4B38-8F15-BAF4-7907E5307542}"/>
          </ac:spMkLst>
        </pc:spChg>
        <pc:picChg chg="add mod ord">
          <ac:chgData name="Andre Lewis" userId="7471603aab94a6aa" providerId="LiveId" clId="{72BFF3FA-5744-44CB-9EA2-9FB6E4B1485C}" dt="2025-12-04T02:04:59.049" v="85" actId="14100"/>
          <ac:picMkLst>
            <pc:docMk/>
            <pc:sldMk cId="3503604290" sldId="267"/>
            <ac:picMk id="5" creationId="{0C4F5132-24E9-DC49-1786-4B15D300D6F4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71147-DC2A-ED9B-5A8D-9E090D8187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E42FE4-B0C6-7F1B-9360-3C76980953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3169D2-486C-1D50-3129-6FE6920D1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B39D9A-C23C-701D-2468-727A722BF9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35A92-FDE1-882D-C75A-9998A7C30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7367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30A88B-E97B-D265-B242-09E43DA49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EC2AB-5888-4444-C86F-954854E173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02558-47AE-9024-7E74-781377A2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C8EFB2-4DCE-1FA8-F91B-90A3D6AC5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AFB440-3BA0-ED29-D7B5-83CFA277A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7282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D1E345-97A3-A189-E349-F8D620809A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AFC4AC-D6B1-8F96-C1A3-B6295B5C7E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2E98F5-FB39-3B3B-B5DE-C7893CEA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183440-D781-0549-8D98-FA1857FB4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6AE6CA-2D25-680C-9D2E-D138821F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494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C988E-9BCE-1761-DC01-1EB366C25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B6CD12-EECA-B6FD-60F8-09E9BDC9FB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1B8A44-7430-D32D-D574-81C131E0F3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B7A1A-65B6-F868-7AA9-DE1288367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AD140E-E3D0-350B-8DA5-C332D9E2E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E3863-F154-2941-D9DD-EC5DA4F5B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321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3625A-64A5-B7A0-4D7D-D64AB064B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66708E-87AA-44E3-93D3-1ED9A237D4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A6DF21-16FB-E11B-F4D1-2CD2763EB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5947029-7DD3-7E6B-D8D9-E0F6775D4AD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3A922C-0BD1-B0E9-EE13-FA1E4FB2FE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FA86121-FC8A-32BA-E335-C1167285F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577DB-54F8-308E-F09D-5053D00F5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74FDFD-FA8C-1038-5BA4-7B7D2C767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39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26A02-44D6-47F3-1E00-236803250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46804F-323E-3A05-2F99-1987D9F58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B3D6F93-0218-34DC-A510-548DD4B1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D9936-346D-654E-A46E-C37D07973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3803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84F5B-72EF-EC88-E3C3-42EB04059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3F2EC4-DC8F-7893-52E5-175F7E319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731122-04B3-744E-5AC7-0166D0D81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6644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B7C2B-F678-6B3F-7238-D344FC1566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48B25B-5982-0230-80B6-8C5E8E938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7238FA-3235-95E9-C7BB-770D4C59B5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76BD0-BDE1-D3DA-6335-B8947E550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91D78F-990E-FE90-F862-4CD3E0E9E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B84A4C-201A-5E9B-D0AD-9FF83444BB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30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85DF-7161-0336-092F-D7F62F3C4E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5FF527-1C25-F020-D071-FF049D2049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80ACE0-8EAC-A203-396A-36DD33ECDF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CEC8D8-869E-E74F-55A1-98D513C7F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940AF8-1D5D-7881-3CD5-DD67354BD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14F29C-7CA0-BD98-D7FE-A8917E1ABB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31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358E-8237-7DF0-8541-B75163A31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DFF24-7C8C-89CA-B1BF-597CDB670E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D63B45-1DE6-0CAF-6FB8-7CCC79551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7B5C0F-EC8C-9083-2E42-6E82A022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F6FF1D-5AFA-BFCD-6500-CE8225F89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364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EE59C8-5A79-BAE7-BF3D-E2B0FFC14B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FBA420-38CE-7BA4-BD62-5BA796C42F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EF534-37B3-AAA2-19B1-74277FA7A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C7D245-59EF-6AA1-7A7F-35AFEFF9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A2A11C-1DE5-598F-4291-F4B964432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519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10214B4-DD3F-CE39-A76C-9508591D2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A332D6-637D-770D-F2CC-74FCC31596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C1E30-E7D2-C580-4BCE-8D76C38ED2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DB99B-C30C-4321-8D99-3A9559A0C109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9B73A-CBFC-8FF2-5463-642369EB9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F0534-7E31-1315-DA8A-23509190D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09BA76-2C25-4079-AFA0-282CB0245D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491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996B9-B1AF-E649-249C-CC9DF4FA76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MenuMap</a:t>
            </a:r>
            <a:r>
              <a:rPr lang="en-US" b="1" dirty="0"/>
              <a:t> - Deliverable 3 Presentation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422313-52D9-A2E7-9624-1648783B24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 err="1"/>
              <a:t>MenuMap</a:t>
            </a:r>
            <a:r>
              <a:rPr lang="en-US" b="1" dirty="0"/>
              <a:t> - Deliverable 3 Presentation</a:t>
            </a:r>
          </a:p>
          <a:p>
            <a:r>
              <a:rPr lang="en-US" b="1" dirty="0"/>
              <a:t>Team 9</a:t>
            </a:r>
          </a:p>
          <a:p>
            <a:r>
              <a:rPr lang="en-US" b="1" dirty="0"/>
              <a:t>CEN 4010 - Software Engineering</a:t>
            </a:r>
          </a:p>
          <a:p>
            <a:r>
              <a:rPr lang="en-US" b="1" dirty="0"/>
              <a:t>Fall 2025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7117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C894C-0B95-9F6C-A953-5ECD6FE0D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Restaurant Menu Management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7DFF8-E846-3B81-1198-AF2AEB54D8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Team 9 Members:</a:t>
            </a:r>
            <a:endParaRPr lang="en-US" dirty="0"/>
          </a:p>
          <a:p>
            <a:r>
              <a:rPr lang="en-US" dirty="0"/>
              <a:t>Andre Lewis - Team Lead</a:t>
            </a:r>
          </a:p>
          <a:p>
            <a:r>
              <a:rPr lang="en-US" dirty="0"/>
              <a:t>Alexandra</a:t>
            </a:r>
          </a:p>
          <a:p>
            <a:r>
              <a:rPr lang="en-US" dirty="0"/>
              <a:t>Alfonso</a:t>
            </a:r>
          </a:p>
          <a:p>
            <a:r>
              <a:rPr lang="en-US" dirty="0"/>
              <a:t>Kamal</a:t>
            </a:r>
          </a:p>
          <a:p>
            <a:pPr marL="0" indent="0">
              <a:buNone/>
            </a:pPr>
            <a:r>
              <a:rPr lang="en-US" b="1" dirty="0"/>
              <a:t>Roles for Three Phases:</a:t>
            </a:r>
            <a:endParaRPr lang="en-US" dirty="0"/>
          </a:p>
          <a:p>
            <a:r>
              <a:rPr lang="en-US" b="1" dirty="0"/>
              <a:t>Deliverable 1 (Requirements)</a:t>
            </a:r>
            <a:r>
              <a:rPr lang="en-US" dirty="0"/>
              <a:t>: [Team member roles]</a:t>
            </a:r>
          </a:p>
          <a:p>
            <a:r>
              <a:rPr lang="en-US" b="1" dirty="0"/>
              <a:t>Deliverable 2 (Design)</a:t>
            </a:r>
            <a:r>
              <a:rPr lang="en-US" dirty="0"/>
              <a:t>: [Team member roles]</a:t>
            </a:r>
          </a:p>
          <a:p>
            <a:r>
              <a:rPr lang="en-US" b="1" dirty="0"/>
              <a:t>Deliverable 3 (Implementation)</a:t>
            </a:r>
            <a:r>
              <a:rPr lang="en-US" dirty="0"/>
              <a:t>: [Team member roles]</a:t>
            </a:r>
          </a:p>
          <a:p>
            <a:r>
              <a:rPr lang="en-US" b="1" dirty="0"/>
              <a:t>CEN 4010 - Software Engineering</a:t>
            </a:r>
            <a:r>
              <a:rPr lang="en-US" dirty="0"/>
              <a:t> </a:t>
            </a:r>
            <a:r>
              <a:rPr lang="en-US" b="1" dirty="0"/>
              <a:t>Florida International University</a:t>
            </a:r>
            <a:r>
              <a:rPr lang="en-US" dirty="0"/>
              <a:t> </a:t>
            </a:r>
            <a:r>
              <a:rPr lang="en-US" b="1" dirty="0"/>
              <a:t>Fall 2025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3989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89B87-F69A-9A13-A768-B0B589884A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MenuMap</a:t>
            </a:r>
            <a:r>
              <a:rPr lang="en-US" b="1" dirty="0"/>
              <a:t> System Purpose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EC612-02D4-C7DC-ED54-05CA99290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Primary Purpose:</a:t>
            </a:r>
            <a:endParaRPr lang="en-US" dirty="0"/>
          </a:p>
          <a:p>
            <a:r>
              <a:rPr lang="en-US" dirty="0"/>
              <a:t>Restaurant menu verification and management platform</a:t>
            </a:r>
          </a:p>
          <a:p>
            <a:r>
              <a:rPr lang="en-US" dirty="0"/>
              <a:t>Enables restaurant owners to create and manage digital menus</a:t>
            </a:r>
          </a:p>
          <a:p>
            <a:r>
              <a:rPr lang="en-US" dirty="0"/>
              <a:t>Allows customers to browse, search, and view restaurant menus</a:t>
            </a:r>
          </a:p>
          <a:p>
            <a:pPr marL="0" indent="0">
              <a:buNone/>
            </a:pPr>
            <a:r>
              <a:rPr lang="en-US" b="1" dirty="0"/>
              <a:t>System Scope:</a:t>
            </a:r>
            <a:endParaRPr lang="en-US" dirty="0"/>
          </a:p>
          <a:p>
            <a:r>
              <a:rPr lang="en-US" dirty="0"/>
              <a:t>Web-based application supporting multiple user roles</a:t>
            </a:r>
          </a:p>
          <a:p>
            <a:r>
              <a:rPr lang="en-US" dirty="0"/>
              <a:t>Restaurant menu browsing and search functionality</a:t>
            </a:r>
          </a:p>
          <a:p>
            <a:r>
              <a:rPr lang="en-US" dirty="0"/>
              <a:t>Menu management for restaurant owners</a:t>
            </a:r>
          </a:p>
          <a:p>
            <a:r>
              <a:rPr lang="en-US" dirty="0"/>
              <a:t>User authentication and account management</a:t>
            </a:r>
          </a:p>
          <a:p>
            <a:r>
              <a:rPr lang="en-US" dirty="0"/>
              <a:t>Menu verification and content accuracy</a:t>
            </a:r>
          </a:p>
          <a:p>
            <a:pPr marL="0" indent="0">
              <a:buNone/>
            </a:pPr>
            <a:r>
              <a:rPr lang="en-US" b="1" dirty="0"/>
              <a:t>Target Users:</a:t>
            </a:r>
            <a:endParaRPr lang="en-US" dirty="0"/>
          </a:p>
          <a:p>
            <a:r>
              <a:rPr lang="en-US" dirty="0"/>
              <a:t>Restaurant customers (browse menus)</a:t>
            </a:r>
          </a:p>
          <a:p>
            <a:r>
              <a:rPr lang="en-US" dirty="0"/>
              <a:t>Restaurant owners (manage menus)</a:t>
            </a:r>
          </a:p>
          <a:p>
            <a:r>
              <a:rPr lang="en-US" dirty="0"/>
              <a:t>System administrators (verify content)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1017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58809-ED68-C381-B9F6-AAE27950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Complete Project Timeline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C6C31D-87EE-E401-D49A-B4A705949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Phase 1: Requirements (Weeks 1-3)</a:t>
            </a:r>
            <a:endParaRPr lang="en-US" dirty="0"/>
          </a:p>
          <a:p>
            <a:r>
              <a:rPr lang="en-US" dirty="0"/>
              <a:t>Requirements gathering and documentation</a:t>
            </a:r>
          </a:p>
          <a:p>
            <a:r>
              <a:rPr lang="en-US" dirty="0"/>
              <a:t>Use case development</a:t>
            </a:r>
          </a:p>
          <a:p>
            <a:r>
              <a:rPr lang="en-US" dirty="0"/>
              <a:t>Deliverable 1 submission</a:t>
            </a:r>
          </a:p>
          <a:p>
            <a:pPr marL="0" indent="0">
              <a:buNone/>
            </a:pPr>
            <a:r>
              <a:rPr lang="en-US" b="1" dirty="0"/>
              <a:t>Phase 2: Design (Weeks 4-10)</a:t>
            </a:r>
            <a:endParaRPr lang="en-US" dirty="0"/>
          </a:p>
          <a:p>
            <a:r>
              <a:rPr lang="en-US" dirty="0"/>
              <a:t>Architecture design</a:t>
            </a:r>
          </a:p>
          <a:p>
            <a:r>
              <a:rPr lang="en-US" dirty="0"/>
              <a:t>UML diagram creation</a:t>
            </a:r>
          </a:p>
          <a:p>
            <a:r>
              <a:rPr lang="en-US" dirty="0"/>
              <a:t>Design document completion</a:t>
            </a:r>
          </a:p>
          <a:p>
            <a:r>
              <a:rPr lang="en-US" dirty="0"/>
              <a:t>Deliverable 2 submission</a:t>
            </a:r>
          </a:p>
          <a:p>
            <a:pPr marL="0" indent="0">
              <a:buNone/>
            </a:pPr>
            <a:r>
              <a:rPr lang="en-US" b="1" dirty="0"/>
              <a:t>Phase 3: Implementation (Weeks 11-15)</a:t>
            </a:r>
            <a:endParaRPr lang="en-US" dirty="0"/>
          </a:p>
          <a:p>
            <a:r>
              <a:rPr lang="en-US" dirty="0"/>
              <a:t>System implementation</a:t>
            </a:r>
          </a:p>
          <a:p>
            <a:r>
              <a:rPr lang="en-US" dirty="0"/>
              <a:t>Comprehensive testing (33 test cases)</a:t>
            </a:r>
          </a:p>
          <a:p>
            <a:r>
              <a:rPr lang="en-US" dirty="0"/>
              <a:t>Final documentation</a:t>
            </a:r>
          </a:p>
          <a:p>
            <a:r>
              <a:rPr lang="en-US" dirty="0"/>
              <a:t>Deliverable 3 submission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13293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34D91C-9EB4-1C8B-24A5-3C9481332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3700" dirty="0"/>
              <a:t>UML Use Case Diagram showing all implemented use cases in the </a:t>
            </a:r>
            <a:r>
              <a:rPr lang="en-US" sz="3700" dirty="0" err="1"/>
              <a:t>MenuMap</a:t>
            </a:r>
            <a:r>
              <a:rPr lang="en-US" sz="3700" dirty="0"/>
              <a:t> system.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061B10-3AEE-51EA-73B5-313BF6403D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UC-001: Browse Restaurant Menus</a:t>
            </a:r>
          </a:p>
          <a:p>
            <a:endParaRPr lang="en-US" sz="2000"/>
          </a:p>
          <a:p>
            <a:endParaRPr lang="en-US" sz="200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58EC6A9-25D9-D77C-CD69-4D9067E2A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028057"/>
            <a:ext cx="6032610" cy="307663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69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BFA35-44E9-4ECD-1408-F7D26F6A6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UC-002: Manage Favorites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99ADAD4-0877-69EF-93DC-69DF67245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46561" y="1825625"/>
            <a:ext cx="969887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684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A8914-ED81-E7DE-5909-DA0F5F68A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UC-003: Secure Password Reset (Security)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3C9651C-6FFA-F39C-E12E-503BF7F375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60330" y="1825625"/>
            <a:ext cx="6271340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1441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718F97-85AC-F1D6-2535-22EF177B0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UC-004: User Registration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A8D956-DD6F-ABB2-CB44-C1899C9688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3760" y="1825624"/>
            <a:ext cx="7187116" cy="4833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286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036AAD-FAD9-EAFE-929D-8B0044316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UC-005: User Login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C4F5132-24E9-DC49-1786-4B15D300D6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8557" y="1825625"/>
            <a:ext cx="6539662" cy="485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042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D6EE8-FC09-5AC5-535E-701306E5DA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UC-001: Browse Restaurant Menus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0A5B0-A6F1-88FC-94D5-90B3855EC8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b="1" dirty="0"/>
              <a:t>UC-001: Browse Restaurant Menus</a:t>
            </a:r>
          </a:p>
          <a:p>
            <a:r>
              <a:rPr lang="en-US" b="1" dirty="0"/>
              <a:t>Description:</a:t>
            </a:r>
            <a:r>
              <a:rPr lang="en-US" dirty="0"/>
              <a:t> Customer searches for and views restaurant menus with items, descriptions, and prices.</a:t>
            </a:r>
          </a:p>
          <a:p>
            <a:r>
              <a:rPr lang="en-US" b="1" dirty="0"/>
              <a:t>Main Flow:</a:t>
            </a:r>
            <a:endParaRPr lang="en-US" dirty="0"/>
          </a:p>
          <a:p>
            <a:r>
              <a:rPr lang="en-US" dirty="0"/>
              <a:t>User enters restaurant name in search field</a:t>
            </a:r>
          </a:p>
          <a:p>
            <a:r>
              <a:rPr lang="en-US" dirty="0"/>
              <a:t>System displays matching restaurants</a:t>
            </a:r>
          </a:p>
          <a:p>
            <a:r>
              <a:rPr lang="en-US" dirty="0"/>
              <a:t>User selects a restaurant</a:t>
            </a:r>
          </a:p>
          <a:p>
            <a:r>
              <a:rPr lang="en-US" dirty="0"/>
              <a:t>System displays restaurant menu with items and prices</a:t>
            </a:r>
          </a:p>
          <a:p>
            <a:r>
              <a:rPr lang="en-US" dirty="0"/>
              <a:t>User can filter items by category</a:t>
            </a:r>
          </a:p>
          <a:p>
            <a:r>
              <a:rPr lang="en-US" b="1" dirty="0"/>
              <a:t>Functional Requirements:</a:t>
            </a:r>
            <a:endParaRPr lang="en-US" dirty="0"/>
          </a:p>
          <a:p>
            <a:r>
              <a:rPr lang="en-US" dirty="0"/>
              <a:t>FR-005: System allows users to search for restaurants by name</a:t>
            </a:r>
          </a:p>
          <a:p>
            <a:r>
              <a:rPr lang="en-US" dirty="0"/>
              <a:t>FR-006: System displays restaurant menus with items, descriptions, and prices</a:t>
            </a:r>
          </a:p>
          <a:p>
            <a:r>
              <a:rPr lang="en-US" dirty="0"/>
              <a:t>FR-007: System supports filtering menu items by category</a:t>
            </a:r>
          </a:p>
          <a:p>
            <a:r>
              <a:rPr lang="en-US" dirty="0"/>
              <a:t>FR-008: System handles cases where restaurants or menus are not found</a:t>
            </a:r>
          </a:p>
          <a:p>
            <a:r>
              <a:rPr lang="en-US" b="1" dirty="0"/>
              <a:t>Non-Functional Requirements:</a:t>
            </a:r>
            <a:endParaRPr lang="en-US" dirty="0"/>
          </a:p>
          <a:p>
            <a:r>
              <a:rPr lang="en-US" dirty="0"/>
              <a:t>NFR-001: System response time for menu browsing shall be less than 2 seconds</a:t>
            </a:r>
          </a:p>
          <a:p>
            <a:r>
              <a:rPr lang="en-US" dirty="0"/>
              <a:t>NFR-006: User interface shall be intuitive and easy to navigate</a:t>
            </a:r>
          </a:p>
          <a:p>
            <a:r>
              <a:rPr lang="en-US" dirty="0"/>
              <a:t>NFR-007: System shall provide clear error messages to users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14583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9F4EE-E7B4-6555-324C-A0A9FC6C6E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/>
              <a:t>UC-001: </a:t>
            </a:r>
            <a:r>
              <a:rPr lang="fr-FR" b="1" dirty="0" err="1"/>
              <a:t>Browse</a:t>
            </a:r>
            <a:r>
              <a:rPr lang="fr-FR" b="1" dirty="0"/>
              <a:t> Restaurant Menus (</a:t>
            </a:r>
            <a:r>
              <a:rPr lang="fr-FR" b="1" dirty="0" err="1"/>
              <a:t>Continued</a:t>
            </a:r>
            <a:r>
              <a:rPr lang="fr-FR" b="1" dirty="0"/>
              <a:t>)</a:t>
            </a:r>
            <a:br>
              <a:rPr lang="fr-FR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2B359-E505-F41B-0F06-7735D473D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Alternative Flows:</a:t>
            </a:r>
            <a:endParaRPr lang="en-US" dirty="0"/>
          </a:p>
          <a:p>
            <a:r>
              <a:rPr lang="en-US" dirty="0"/>
              <a:t>Restaurant not found: System displays appropriate message</a:t>
            </a:r>
          </a:p>
          <a:p>
            <a:r>
              <a:rPr lang="en-US" dirty="0"/>
              <a:t>Menu not available: System indicates menu is not available</a:t>
            </a:r>
          </a:p>
          <a:p>
            <a:r>
              <a:rPr lang="en-US" dirty="0"/>
              <a:t>Database error: System displays user-friendly error message</a:t>
            </a:r>
          </a:p>
          <a:p>
            <a:r>
              <a:rPr lang="en-US" b="1" dirty="0"/>
              <a:t>Preconditions:</a:t>
            </a:r>
            <a:endParaRPr lang="en-US" dirty="0"/>
          </a:p>
          <a:p>
            <a:r>
              <a:rPr lang="en-US" dirty="0"/>
              <a:t>User is on </a:t>
            </a:r>
            <a:r>
              <a:rPr lang="en-US" dirty="0" err="1"/>
              <a:t>MenuMap</a:t>
            </a:r>
            <a:r>
              <a:rPr lang="en-US" dirty="0"/>
              <a:t> application</a:t>
            </a:r>
          </a:p>
          <a:p>
            <a:r>
              <a:rPr lang="en-US" dirty="0"/>
              <a:t>System is accessible</a:t>
            </a:r>
          </a:p>
          <a:p>
            <a:r>
              <a:rPr lang="en-US" b="1" dirty="0"/>
              <a:t>Postconditions:</a:t>
            </a:r>
            <a:endParaRPr lang="en-US" dirty="0"/>
          </a:p>
          <a:p>
            <a:r>
              <a:rPr lang="en-US" dirty="0"/>
              <a:t>Menu is displayed (if found)</a:t>
            </a:r>
          </a:p>
          <a:p>
            <a:r>
              <a:rPr lang="en-US" dirty="0"/>
              <a:t>User can browse menu items</a:t>
            </a:r>
          </a:p>
          <a:p>
            <a:r>
              <a:rPr lang="en-US" dirty="0"/>
              <a:t>User can apply filters</a:t>
            </a:r>
          </a:p>
          <a:p>
            <a:r>
              <a:rPr lang="en-US" b="1" dirty="0"/>
              <a:t>Business Rules:</a:t>
            </a:r>
            <a:endParaRPr lang="en-US" dirty="0"/>
          </a:p>
          <a:p>
            <a:r>
              <a:rPr lang="en-US" dirty="0"/>
              <a:t>Only active restaurants are displayed</a:t>
            </a:r>
          </a:p>
          <a:p>
            <a:r>
              <a:rPr lang="en-US" dirty="0"/>
              <a:t>Menu items must have valid prices</a:t>
            </a:r>
          </a:p>
          <a:p>
            <a:r>
              <a:rPr lang="en-US" dirty="0"/>
              <a:t>Categories must be predefined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9637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D6002-79F2-3657-5A78-93F5412F40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UC-003: Secure Password Reset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367870-D5A0-A0B8-5CB5-A641EF3B79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b="1" dirty="0"/>
              <a:t>Description:</a:t>
            </a:r>
            <a:r>
              <a:rPr lang="en-US" dirty="0"/>
              <a:t> User securely resets forgotten password through email verification process.</a:t>
            </a:r>
          </a:p>
          <a:p>
            <a:r>
              <a:rPr lang="en-US" b="1" dirty="0"/>
              <a:t>Main Flow:</a:t>
            </a:r>
            <a:endParaRPr lang="en-US" dirty="0"/>
          </a:p>
          <a:p>
            <a:r>
              <a:rPr lang="en-US" dirty="0"/>
              <a:t>User requests password reset</a:t>
            </a:r>
          </a:p>
          <a:p>
            <a:r>
              <a:rPr lang="en-US" dirty="0"/>
              <a:t>System validates user email</a:t>
            </a:r>
          </a:p>
          <a:p>
            <a:r>
              <a:rPr lang="en-US" dirty="0"/>
              <a:t>System generates secure reset token</a:t>
            </a:r>
          </a:p>
          <a:p>
            <a:r>
              <a:rPr lang="en-US" dirty="0"/>
              <a:t>System sends reset link to user email</a:t>
            </a:r>
          </a:p>
          <a:p>
            <a:r>
              <a:rPr lang="en-US" dirty="0"/>
              <a:t>User clicks reset link</a:t>
            </a:r>
          </a:p>
          <a:p>
            <a:r>
              <a:rPr lang="en-US" dirty="0"/>
              <a:t>System validates token</a:t>
            </a:r>
          </a:p>
          <a:p>
            <a:r>
              <a:rPr lang="en-US" dirty="0"/>
              <a:t>User enters new password</a:t>
            </a:r>
          </a:p>
          <a:p>
            <a:r>
              <a:rPr lang="en-US" dirty="0"/>
              <a:t>System validates and updates password</a:t>
            </a:r>
          </a:p>
          <a:p>
            <a:r>
              <a:rPr lang="en-US" dirty="0"/>
              <a:t>System invalidates reset token</a:t>
            </a:r>
          </a:p>
          <a:p>
            <a:r>
              <a:rPr lang="en-US" b="1" dirty="0"/>
              <a:t>Functional Requirements:</a:t>
            </a:r>
            <a:endParaRPr lang="en-US" dirty="0"/>
          </a:p>
          <a:p>
            <a:r>
              <a:rPr lang="en-US" dirty="0"/>
              <a:t>FR-012: System allows users to request password reset</a:t>
            </a:r>
          </a:p>
          <a:p>
            <a:r>
              <a:rPr lang="en-US" dirty="0"/>
              <a:t>FR-013: System validates user email before sending reset link</a:t>
            </a:r>
          </a:p>
          <a:p>
            <a:r>
              <a:rPr lang="en-US" dirty="0"/>
              <a:t>FR-014: System generates secure, time-limited reset tokens</a:t>
            </a:r>
          </a:p>
          <a:p>
            <a:r>
              <a:rPr lang="en-US" dirty="0"/>
              <a:t>FR-015: System validates reset tokens before allowing password change</a:t>
            </a:r>
          </a:p>
          <a:p>
            <a:r>
              <a:rPr lang="en-US" b="1" dirty="0"/>
              <a:t>Non-Functional Requirements:</a:t>
            </a:r>
            <a:endParaRPr lang="en-US" dirty="0"/>
          </a:p>
          <a:p>
            <a:r>
              <a:rPr lang="en-US" dirty="0"/>
              <a:t>NFR-003: User passwords shall be hashed and stored securely</a:t>
            </a:r>
          </a:p>
          <a:p>
            <a:r>
              <a:rPr lang="en-US" dirty="0"/>
              <a:t>NFR-004: System shall prevent SQL injection attacks</a:t>
            </a:r>
          </a:p>
          <a:p>
            <a:r>
              <a:rPr lang="en-US" dirty="0"/>
              <a:t>NFR-005: System shall validate and sanitize all user inputs</a:t>
            </a:r>
          </a:p>
          <a:p>
            <a:r>
              <a:rPr lang="en-US" dirty="0"/>
              <a:t>NFR-010: Reset tokens shall expire after 24 hours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0757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643</Words>
  <Application>Microsoft Office PowerPoint</Application>
  <PresentationFormat>Widescreen</PresentationFormat>
  <Paragraphs>108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MenuMap - Deliverable 3 Presentation </vt:lpstr>
      <vt:lpstr>Restaurant Menu Management System</vt:lpstr>
      <vt:lpstr>MenuMap System Purpose </vt:lpstr>
      <vt:lpstr>Complete Project Timeline </vt:lpstr>
      <vt:lpstr>UML Use Case Diagram showing all implemented use cases in the MenuMap system.</vt:lpstr>
      <vt:lpstr>UC-002: Manage Favorites </vt:lpstr>
      <vt:lpstr>UC-003: Secure Password Reset (Security) </vt:lpstr>
      <vt:lpstr>UC-004: User Registration </vt:lpstr>
      <vt:lpstr>UC-005: User Login  </vt:lpstr>
      <vt:lpstr>UC-001: Browse Restaurant Menus</vt:lpstr>
      <vt:lpstr>UC-001: Browse Restaurant Menus (Continued) </vt:lpstr>
      <vt:lpstr>UC-003: Secure Password Reset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 Lewis</dc:creator>
  <cp:lastModifiedBy>Andre Lewis</cp:lastModifiedBy>
  <cp:revision>1</cp:revision>
  <dcterms:created xsi:type="dcterms:W3CDTF">2025-12-04T01:03:34Z</dcterms:created>
  <dcterms:modified xsi:type="dcterms:W3CDTF">2025-12-04T02:05:02Z</dcterms:modified>
</cp:coreProperties>
</file>